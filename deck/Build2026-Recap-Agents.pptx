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Two shipping-now things that make agent dev faster:</a:t>
            </a:r>
          </a:p>
          <a:p>
            <a:r>
              <a:t>1) Microsoft Agent Framework now has STABLE orchestration building blocks.</a:t>
            </a:r>
          </a:p>
          <a:p>
            <a:r>
              <a:t>2) Foundry Toolkit for VS Code is GENERALLY AVAILABLE.</a:t>
            </a:r>
          </a:p>
          <a:p>
            <a:r>
              <a:t>We'll cover what they are, then a live demo that uses both. ~25 minutes, code is on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slide. ~3 min of framing, ~10 min concepts, ~10 min demo, ~2 min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Framing. The hard part of 'agentic' is orchestration complexity, not model access.</a:t>
            </a:r>
          </a:p>
          <a:p>
            <a:r>
              <a:t>If a single tool-calling loop solves it, you don't need a framework. MAF earns its keep</a:t>
            </a:r>
          </a:p>
          <a:p>
            <a:r>
              <a:t>when coordination is the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MAF combines AutoGen + SK and adds workflows. Emphasize: not a rewrite of everything —</a:t>
            </a:r>
          </a:p>
          <a:p>
            <a:r>
              <a:t>it's the convergence point. Mention it's a fast-moving 1.x (we pin the version in the repo).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what you first build/test in the Foundry Toolkit Playground &amp; Agent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heart of the talk. These prebuilt patterns handle the coordination boilerplate.</a:t>
            </a:r>
          </a:p>
          <a:p>
            <a:r>
              <a:t>We'll show each with one diagram + a couple lines of code, then demo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pipeline. Point out how little code the pattern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reviewers look at the same copy at once instead of waiting in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 desk. Triage doesn't answer — it routes. Specialists own their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chat = brainstorm/debate; editor says 'SHIP IT' to stop.</a:t>
            </a:r>
          </a:p>
          <a:p>
            <a:r>
              <a:t>Magentic = most autonomous: manager writes a plan, delegates, synthesizes. Bounded by max_*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Enterprise story. Read-only tools run automatically; risky/write tools require approval.</a:t>
            </a:r>
          </a:p>
          <a:p>
            <a:r>
              <a:t>Same primitive across all five patterns. This is the trust boundary for autonomous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 matters: supported, stable. It's the on-ramp. You don't provision cloud to start —</a:t>
            </a:r>
          </a:p>
          <a:p>
            <a:r>
              <a:t>discover a model, test in Playground, build in Agent Builder, debug in Agent Inspector,</a:t>
            </a:r>
          </a:p>
          <a:p>
            <a:r>
              <a:t>trace locally, evaluate, then deploy to Foundry Agent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'got faster' thesis in one slide. The demo walks this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DEMO. Follow docs/DEMO_SCRIPT.md. Order: 01 sequential, 02 concurrent, 03 handoff,</a:t>
            </a:r>
          </a:p>
          <a:p>
            <a:r>
              <a:t>05 magentic, then 06 HITL for the 'wow'. Have Agent Inspector / Tracing open in VS Code.</a:t>
            </a:r>
          </a:p>
          <a:p>
            <a:r>
              <a:t>Fallback: set MODEL_BACKEND=github if Azure/Wi-Fi misbehaves. Run `make smoke` beforehand.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one-slide summary if you're short on time. Land the 'got faster'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up during Q&amp;A. Replace the repo URL with your GitHub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group + organizers. Invite them to clone the repo and try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200000"/>
            <a:ext cx="10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Agent development got faster</a:t>
            </a:r>
          </a:p>
          <a:p>
            <a:r>
              <a:rPr sz="2200">
                <a:solidFill>
                  <a:srgbClr val="E8F0FB"/>
                </a:solidFill>
              </a:rPr>
              <a:t>Microsoft Agent Framework · stable orchestration building blocks
+ Foundry Toolkit for VS Code (GA)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59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6E6F7"/>
                </a:solidFill>
              </a:rPr>
              <a:t>Microsoft Build 2026 Recap — Metro Toronto Azure Community · 25-min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020"/>
                </a:solidFill>
              </a:rPr>
              <a:t>What we'll cover — 25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The problem: agentic apps are mostly orchestration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Microsoft Agent Framework: successor to Semantic Kernel + AutoGen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The 5 stable orchestration building blocks (with code)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Human-in-the-loop: approval gates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Foundry Toolkit for VS Code (GA): the local dev loop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Live demo: 'Contoso Outdoors Launch Desk'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Takeaways + resources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020"/>
                </a:solidFill>
              </a:rPr>
              <a:t>The real problem isn't the model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A single model call is easy. Real agents are hard because of orchestration: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06060"/>
                </a:solidFill>
              </a:rPr>
              <a:t>–  Multiple steps, decisions, tools, and several agents coordinating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06060"/>
                </a:solidFill>
              </a:rPr>
              <a:t>–  Who runs next? In parallel? Who decides we're done?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06060"/>
                </a:solidFill>
              </a:rPr>
              <a:t>–  When does a human approve a risky action?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Everyone rebuilds the same coordination plumbing — differently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Building blocks let you focus on the agents, not the plumbing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020"/>
                </a:solidFill>
              </a:rPr>
              <a:t>Microsoft Agent Framework (MAF)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Open-source SDK for agentic systems — Python and .NET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The direct successor to Semantic Kernel + AutoGen (same teams)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06060"/>
                </a:solidFill>
              </a:rPr>
              <a:t>–  AutoGen's simple agent abstractions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06060"/>
                </a:solidFill>
              </a:rPr>
              <a:t>–  Semantic Kernel's enterprise features: state, type safety, middleware, telemetry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06060"/>
                </a:solidFill>
              </a:rPr>
              <a:t>–  NEW: graph-based Workflows for explicit multi-agent orchestration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An Agent = a model + instructions + tools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06060"/>
                </a:solidFill>
              </a:rPr>
              <a:t>–  pip install agent-framework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An agent is small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1350000"/>
            <a:ext cx="11000000" cy="465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0000" tIns="150000"/>
          <a:lstStyle/>
          <a:p>
            <a:pPr algn="ctr"/>
            <a:r>
              <a:rPr sz="1400">
                <a:solidFill>
                  <a:srgbClr val="E6E6E6"/>
                </a:solidFill>
                <a:latin typeface="Menlo"/>
              </a:rPr>
              <a:t>from agent_framework import Agent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from agent_framework.openai import OpenAIChatClient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client = OpenAIChatClient(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model="gpt-4o-mini",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azure_endpoint="https://&lt;resource&gt;.openai.azure.com",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api_version="2024-10-21",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credential=AzureCliCredential(),   # or api_key=...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writer = Agent(client=client, name="Writer",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           instructions="You are a Contoso Outdoors copywriter.")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response = await writer.run("Blurb the Summit backpack.")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print(response.text)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1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06060"/>
                </a:solidFill>
              </a:rPr>
              <a:t>demos/00_single_agent.py — the baseline before orchestration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020"/>
                </a:solidFill>
              </a:rPr>
              <a:t>The 5 orchestration building blocks</a:t>
            </a:r>
          </a:p>
          <a:p>
            <a:r>
              <a:rPr sz="1500" i="1">
                <a:solidFill>
                  <a:srgbClr val="606060"/>
                </a:solidFill>
              </a:rPr>
              <a:t>from agent_framework.orchestrations import SequentialBuilder, ConcurrentBuilder, HandoffBuilder, GroupChatBuilder, MagenticBuilder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Sequential — assembly line; each agent builds on the last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Concurrent — fan-out/fan-in; run in parallel to cut latency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Handoff — route control to the right specialist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Group Chat — shared conversation: debate / review / brainstorm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Magentic — a manager agent dynamically plans &amp; coordinates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All five support human-in-the-loop (approval + request-info)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1 · Sequential — the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1350000"/>
            <a:ext cx="11000000" cy="465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0000" tIns="150000"/>
          <a:lstStyle/>
          <a:p>
            <a:pPr algn="ctr"/>
            <a:r>
              <a:rPr sz="1400">
                <a:solidFill>
                  <a:srgbClr val="E6E6E6"/>
                </a:solidFill>
                <a:latin typeface="Menlo"/>
              </a:rPr>
              <a:t>from agent_framework.orchestrations import SequentialBuilder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workflow = SequentialBuilder(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participants=[outliner, writer, editor],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).build()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result = await workflow.run("Choosing your first 3-season tent")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print(result.get_outputs()[-1])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#   Outliner ─▶ Writer ─▶ Editor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1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06060"/>
                </a:solidFill>
              </a:rPr>
              <a:t>demos/01_sequential.py — each agent builds on the previous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2 · Concurrent — the review 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1350000"/>
            <a:ext cx="11000000" cy="465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0000" tIns="150000"/>
          <a:lstStyle/>
          <a:p>
            <a:pPr algn="ctr"/>
            <a:r>
              <a:rPr sz="1400">
                <a:solidFill>
                  <a:srgbClr val="E6E6E6"/>
                </a:solidFill>
                <a:latin typeface="Menlo"/>
              </a:rPr>
              <a:t>from agent_framework.orchestrations import ConcurrentBuilder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workflow = ConcurrentBuilder(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participants=[seo, legal, brand],   # run in parallel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).build()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result = await workflow.run(marketing_copy)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#        ┌─▶ SEO  ─┐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#        ├─▶ Legal ┤─▶ aggregated feedback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#        └─▶ Brand 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1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06060"/>
                </a:solidFill>
              </a:rPr>
              <a:t>demos/02_concurrent.py — independent tasks in parallel = lower latency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3 · Handoff — route to a specialist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1350000"/>
            <a:ext cx="11000000" cy="465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0000" tIns="150000"/>
          <a:lstStyle/>
          <a:p>
            <a:pPr algn="ctr"/>
            <a:r>
              <a:rPr sz="1400">
                <a:solidFill>
                  <a:srgbClr val="E6E6E6"/>
                </a:solidFill>
                <a:latin typeface="Menlo"/>
              </a:rPr>
              <a:t>workflow = (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HandoffBuilder(name="support",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               participants=[triage, orders, returns, refunds],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               termination_condition=case_is_closed)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.with_start_agent(triage)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.add_handoff(triage, [orders, returns, refunds])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.add_handoff(returns, [refunds])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.build()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#   triage ─▶ orders / returns ─▶ refunds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1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06060"/>
                </a:solidFill>
              </a:rPr>
              <a:t>demos/03_handoff.py — triage transfers control based on context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4 · Group Chat + 5 · Magentic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1350000"/>
            <a:ext cx="11000000" cy="465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0000" tIns="150000"/>
          <a:lstStyle/>
          <a:p>
            <a:pPr algn="ctr"/>
            <a:r>
              <a:rPr sz="1400">
                <a:solidFill>
                  <a:srgbClr val="E6E6E6"/>
                </a:solidFill>
                <a:latin typeface="Menlo"/>
              </a:rPr>
              <a:t># Group chat: shared conversation until convergence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gc = GroupChatBuilder(participants=[copywriter, editor],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                  selection_func=round_robin,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                  termination_condition=shipped).build()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# Magentic: a manager plans &amp; coordinates specialists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mg = MagenticBuilder(participants=[researcher, analyst],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                 manager_agent=launch_manager,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                 max_round_count=8, max_stall_count=2).build()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1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06060"/>
                </a:solidFill>
              </a:rPr>
              <a:t>demos/04_group_chat.py · demos/05_magentic.py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02020"/>
                </a:solidFill>
              </a:rPr>
              <a:t>Human-in-the-loop = one flag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1350000"/>
            <a:ext cx="11000000" cy="465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0000" tIns="150000"/>
          <a:lstStyle/>
          <a:p>
            <a:pPr algn="ctr"/>
            <a:r>
              <a:rPr sz="1400">
                <a:solidFill>
                  <a:srgbClr val="E6E6E6"/>
                </a:solidFill>
                <a:latin typeface="Menlo"/>
              </a:rPr>
              <a:t>from agent_framework import tool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@tool(approval_mode="always_require")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def publish_blog(title: str, body: str) -&gt; str: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return f"PUBLISHED: {title}"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# The run pauses and surfaces an approval request: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result = await workflow.run(task)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for ev in result.get_request_info_events():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req = ev.data                       # function_approval_request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    responses[ev.request_id] = req.to_function_approval_response(approved=True)</a:t>
            </a:r>
          </a:p>
          <a:p>
            <a:r>
              <a:rPr sz="1400">
                <a:solidFill>
                  <a:srgbClr val="E6E6E6"/>
                </a:solidFill>
                <a:latin typeface="Menlo"/>
              </a:rPr>
              <a:t>result = await workflow.run(responses=responses)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1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06060"/>
                </a:solidFill>
              </a:rPr>
              <a:t>demos/06_hitl_approval.py — write tools auto-run, high-impact tools ask first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700000"/>
            <a:ext cx="10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78D4"/>
                </a:solidFill>
              </a:rPr>
              <a:t>NOW: HOW DO YOU BUILD ALL THIS?</a:t>
            </a:r>
          </a:p>
          <a:p>
            <a:r>
              <a:rPr sz="4000" b="1">
                <a:solidFill>
                  <a:srgbClr val="FFFFFF"/>
                </a:solidFill>
              </a:rPr>
              <a:t>Foundry Toolkit for VS Code — now GA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020"/>
                </a:solidFill>
              </a:rPr>
              <a:t>Foundry Toolkit for VS Code (GA)</a:t>
            </a:r>
          </a:p>
          <a:p>
            <a:r>
              <a:rPr sz="1500" i="1">
                <a:solidFill>
                  <a:srgbClr val="606060"/>
                </a:solidFill>
              </a:rPr>
              <a:t>Formerly 'AI Toolkit for VS Code' · install: aka.ms/foundrytk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The full local AI dev loop — without leaving the editor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Model Catalog — OpenAI, Anthropic, Google, GitHub, Foundry, ONNX, Ollama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Playground — chat + params + multimodal, test before you code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Agent Builder — prompt → production code + MCP tools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Agent Inspector — debug &amp; visualize agents, set breakpoints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Evaluation — F1, relevance, coherence, similarity, custom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Tracing — local OTLP collector; see every step live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020"/>
                </a:solidFill>
              </a:rPr>
              <a:t>The inner loop these two enable</a:t>
            </a:r>
          </a:p>
          <a:p>
            <a:r>
              <a:rPr sz="1500" i="1">
                <a:solidFill>
                  <a:srgbClr val="606060"/>
                </a:solidFill>
              </a:rPr>
              <a:t>Faster because the loop lives in one place — editor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1. Discover a model in the Model Catalog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2. Test the prompt in the Playground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3. Build the agent in Agent Builder → generates code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4. Compose agents with MAF orchestration building blocks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5. Debug &amp; visualize in Agent Inspector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6. Trace locally (OTLP) + Evaluate quality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7. Deploy hosted agents / workflows to Foundry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700000"/>
            <a:ext cx="10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78D4"/>
                </a:solidFill>
              </a:rPr>
              <a:t>LIVE DEMO</a:t>
            </a:r>
          </a:p>
          <a:p>
            <a:r>
              <a:rPr sz="4000" b="1">
                <a:solidFill>
                  <a:srgbClr val="FFFFFF"/>
                </a:solidFill>
              </a:rPr>
              <a:t>Contoso Outdoors 'Launch Desk'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020"/>
                </a:solidFill>
              </a:rPr>
              <a:t>What you'll see in the demo</a:t>
            </a:r>
          </a:p>
          <a:p>
            <a:r>
              <a:rPr sz="1500" i="1">
                <a:solidFill>
                  <a:srgbClr val="606060"/>
                </a:solidFill>
              </a:rPr>
              <a:t>Repo: agent-framework-foundry-demo · runs on Azure OpenAI (swap backends via .env)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One company, five orchestration patterns, all in VS Code: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06060"/>
                </a:solidFill>
              </a:rPr>
              <a:t>–  Sequential — blog pipeline (Outliner ▶ Writer ▶ Editor)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06060"/>
                </a:solidFill>
              </a:rPr>
              <a:t>–  Concurrent — parallel review (SEO ∥ Legal ∥ Brand)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06060"/>
                </a:solidFill>
              </a:rPr>
              <a:t>–  Handoff — support triage ▶ order / returns / refund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06060"/>
                </a:solidFill>
              </a:rPr>
              <a:t>–  Magentic — a manager writes a launch brief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606060"/>
                </a:solidFill>
              </a:rPr>
              <a:t>–  Human-in-the-loop — approve 'publish' before it goes live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Traces stream into the Foundry Toolkit as it runs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020"/>
                </a:solidFill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Agents are easy; orchestration was the hard part — now it's building blocks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5 stable patterns: Sequential, Concurrent, Handoff, Group Chat, Magentic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Human-in-the-loop is a single flag, across every pattern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Foundry Toolkit (GA) makes the build→debug→trace→evaluate loop local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Same code runs on Azure OpenAI, Foundry, GitHub Models, or OpenAI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Start today: pip install agent-framework + install Foundry Toolkit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02020"/>
                </a:solidFill>
              </a:rP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Microsoft Agent Framework: learn.microsoft.com/agent-framework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Orchestrations: learn.microsoft.com/agent-framework/workflows/orchestrations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Foundry Toolkit for VS Code: code.visualstudio.com/docs/intelligentapps/overview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Install the toolkit: aka.ms/foundrytk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This demo repo + slides: &lt;your GitHub URL here&gt;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02020"/>
                </a:solidFill>
              </a:rPr>
              <a:t>•  Foundry Agent Service: learn.microsoft.com/azure/ai-foundry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200000"/>
            <a:ext cx="10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Thank you!</a:t>
            </a:r>
          </a:p>
          <a:p>
            <a:r>
              <a:rPr sz="2200">
                <a:solidFill>
                  <a:srgbClr val="E8F0FB"/>
                </a:solidFill>
              </a:rPr>
              <a:t>Questions?
Grab the repo, run `make smoke`, and build an agent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59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6E6F7"/>
                </a:solidFill>
              </a:rPr>
              <a:t>Metro Toronto Azure Community · Build 2026 Recap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