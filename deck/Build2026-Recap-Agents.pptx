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is intentionally focused on one thing: Foundry Toolkit for VS Code.</a:t>
            </a:r>
          </a:p>
          <a:p>
            <a:r>
              <a:t>    No deep framework internals. Just a repeatable workflow attendees can use right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context quickly: this is a productivity and reliability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audience this is hands-on and reproducible.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into live walkthrough.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one clean sample during the session to keep it simple and 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tracing gives transparent execution details for debugging and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200000"/>
            <a:ext cx="108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Foundry Toolkit for VS Code</a:t>
            </a:r>
          </a:p>
          <a:p>
            <a:r>
              <a:rPr sz="2200">
                <a:solidFill>
                  <a:srgbClr val="E8F0FB"/>
                </a:solidFill>
              </a:rPr>
              <a:t>A simple, practical Build 2026 recap session
focused on the in-editor AI dev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5900000"/>
            <a:ext cx="10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D6E6F7"/>
                </a:solidFill>
              </a:rPr>
              <a:t>Metro Toronto Azure Community · 25-minute session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020"/>
                </a:solidFill>
              </a:rPr>
              <a:t>What changed at Build (and why this matters)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500000"/>
            <a:ext cx="108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Foundry Toolkit for VS Code is now GA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The full agent dev loop now lives in the editor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Faster iteration: discover → test → generate → inspect → evaluate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Lower risk demos and easier onboarding for new teams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020"/>
                </a:solidFill>
              </a:rPr>
              <a:t>Session agenda — 25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500000"/>
            <a:ext cx="108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What the toolkit is (2-3 min)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Live loop in VS Code (catalog, playground, builder, inspector)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Tracing + evaluation in the same workflow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Practical checklist and fallback 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700000"/>
            <a:ext cx="108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78D4"/>
                </a:solidFill>
              </a:rPr>
              <a:t>LIVE WORKFLOW</a:t>
            </a:r>
          </a:p>
          <a:p>
            <a:r>
              <a:rPr sz="4000" b="1">
                <a:solidFill>
                  <a:srgbClr val="FFFFFF"/>
                </a:solidFill>
              </a:rPr>
              <a:t>One loop, six toolkit features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020"/>
                </a:solidFill>
              </a:rPr>
              <a:t>1) Model Catalog</a:t>
            </a:r>
          </a:p>
          <a:p>
            <a:r>
              <a:rPr sz="1500" i="1">
                <a:solidFill>
                  <a:srgbClr val="606060"/>
                </a:solidFill>
              </a:rPr>
              <a:t>Outcome: model selected for playground + builder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500000"/>
            <a:ext cx="108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Pick a model you already have access to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Explain provider flexibility and model selection criteria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Keep this short — goal is to start testing quickly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020"/>
                </a:solidFill>
              </a:rPr>
              <a:t>2) Playground</a:t>
            </a:r>
          </a:p>
          <a:p>
            <a:r>
              <a:rPr sz="1500" i="1">
                <a:solidFill>
                  <a:srgbClr val="606060"/>
                </a:solidFill>
              </a:rPr>
              <a:t>Outcome: prompt validated before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500000"/>
            <a:ext cx="108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Paste prompt from foundry-toolkit/agent-builder-prompt.md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Run a couple prompt variations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Tune style, tone, and parameters before code generation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020"/>
                </a:solidFill>
              </a:rPr>
              <a:t>3) Agent Builder + 4) Agent Inspector</a:t>
            </a:r>
          </a:p>
          <a:p>
            <a:r>
              <a:rPr sz="1500" i="1">
                <a:solidFill>
                  <a:srgbClr val="606060"/>
                </a:solidFill>
              </a:rPr>
              <a:t>Outcome: prompt becomes runnable code with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500000"/>
            <a:ext cx="108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Generate agent scaffold directly from tested prompt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Show generated structure and how to run it locally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Use Agent Inspector to visualize turns and debug behavior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02020"/>
                </a:solidFill>
              </a:rPr>
              <a:t>Run the baseline sample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0000" y="1350000"/>
            <a:ext cx="11000000" cy="465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0000" tIns="150000"/>
          <a:lstStyle/>
          <a:p>
            <a:pPr algn="ctr"/>
            <a:r>
              <a:rPr sz="1400">
                <a:solidFill>
                  <a:srgbClr val="E6E6E6"/>
                </a:solidFill>
                <a:latin typeface="Menlo"/>
              </a:rPr>
              <a:t>source .venv/bin/activate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make single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# Optional backend switch in .env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MODEL_BACKEND=foundry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FOUNDRY_PROJECT_ENDPOINT=&lt;your-project-endpoint&gt;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FOUNDRY_MODEL=&lt;your-model-or-deployment&gt;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6150000"/>
            <a:ext cx="11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606060"/>
                </a:solidFill>
              </a:rPr>
              <a:t>demos/00_single_agent.py is the simplest runtime demo path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02020"/>
                </a:solidFill>
              </a:rPr>
              <a:t>5) Tracing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00000" y="1350000"/>
            <a:ext cx="11000000" cy="465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0000" tIns="150000"/>
          <a:lstStyle/>
          <a:p>
            <a:pPr algn="ctr"/>
            <a:r>
              <a:rPr sz="1400">
                <a:solidFill>
                  <a:srgbClr val="E6E6E6"/>
                </a:solidFill>
                <a:latin typeface="Menlo"/>
              </a:rPr>
              <a:t># in .env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ENABLE_TRACING=true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# tracing wiring in code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from agent_framework.observability import configure_otel_providers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configure_otel_providers(vs_code_extension_port=4317)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make single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6150000"/>
            <a:ext cx="11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606060"/>
                </a:solidFill>
              </a:rPr>
              <a:t>Show spans in Foundry Toolkit Tracing panel after the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020"/>
                </a:solidFill>
              </a:rPr>
              <a:t>6) Evaluation</a:t>
            </a:r>
          </a:p>
          <a:p>
            <a:r>
              <a:rPr sz="1500" i="1">
                <a:solidFill>
                  <a:srgbClr val="606060"/>
                </a:solidFill>
              </a:rPr>
              <a:t>Outcome: measurable quality, not guesswork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500000"/>
            <a:ext cx="108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Load foundry-toolkit/evaluation/dataset.jsonl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Run built-in evaluators and compare variants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Use results as quality gates before broader rollout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020"/>
                </a:solidFill>
              </a:rPr>
              <a:t>Demo checklist you can reuse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500000"/>
            <a:ext cx="108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Preflight: smoke test + single-agent run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Keep one golden prompt and one fallback backend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Prefer one successful end-to-end loop over many partial demos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If issues occur, pivot to Inspector/Tracing screenshots and continue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020"/>
                </a:solidFill>
              </a:rP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500000"/>
            <a:ext cx="108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Foundry Toolkit overview: code.visualstudio.com/docs/intelligentapps/overview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Install link: aka.ms/foundrytk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Session runbook: docs/DEMO_SCRIPT.md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Toolkit demo guide: foundry-toolkit/README.md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Repo: github.com/hkaanturgut/agent-framework-foundry-demo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200000"/>
            <a:ext cx="108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Thank you!</a:t>
            </a:r>
          </a:p>
          <a:p>
            <a:r>
              <a:rPr sz="2200">
                <a:solidFill>
                  <a:srgbClr val="E8F0FB"/>
                </a:solidFill>
              </a:rPr>
              <a:t>Questions?
If you only remember one thing: run the full loop inside VS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5900000"/>
            <a:ext cx="10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D6E6F7"/>
                </a:solidFill>
              </a:rPr>
              <a:t>Foundry Toolkit for VS Code · Build 2026 Recap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